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3" r:id="rId4"/>
  </p:sldMasterIdLst>
  <p:notesMasterIdLst>
    <p:notesMasterId r:id="rId6"/>
  </p:notesMasterIdLst>
  <p:handoutMasterIdLst>
    <p:handoutMasterId r:id="rId7"/>
  </p:handoutMasterIdLst>
  <p:sldIdLst>
    <p:sldId id="281" r:id="rId5"/>
  </p:sldIdLst>
  <p:sldSz cx="32918400" cy="43891200"/>
  <p:notesSz cx="6858000" cy="9144000"/>
  <p:defaultTextStyle>
    <a:defPPr>
      <a:defRPr lang="en-US"/>
    </a:defPPr>
    <a:lvl1pPr marL="0" algn="l" defTabSz="3250554" rtl="0" eaLnBrk="1" latinLnBrk="0" hangingPunct="1">
      <a:defRPr sz="6400" kern="1200">
        <a:solidFill>
          <a:schemeClr val="tx1"/>
        </a:solidFill>
        <a:latin typeface="+mn-lt"/>
        <a:ea typeface="+mn-ea"/>
        <a:cs typeface="+mn-cs"/>
      </a:defRPr>
    </a:lvl1pPr>
    <a:lvl2pPr marL="1625279" algn="l" defTabSz="3250554" rtl="0" eaLnBrk="1" latinLnBrk="0" hangingPunct="1">
      <a:defRPr sz="6400" kern="1200">
        <a:solidFill>
          <a:schemeClr val="tx1"/>
        </a:solidFill>
        <a:latin typeface="+mn-lt"/>
        <a:ea typeface="+mn-ea"/>
        <a:cs typeface="+mn-cs"/>
      </a:defRPr>
    </a:lvl2pPr>
    <a:lvl3pPr marL="3250554" algn="l" defTabSz="3250554" rtl="0" eaLnBrk="1" latinLnBrk="0" hangingPunct="1">
      <a:defRPr sz="6400" kern="1200">
        <a:solidFill>
          <a:schemeClr val="tx1"/>
        </a:solidFill>
        <a:latin typeface="+mn-lt"/>
        <a:ea typeface="+mn-ea"/>
        <a:cs typeface="+mn-cs"/>
      </a:defRPr>
    </a:lvl3pPr>
    <a:lvl4pPr marL="4875826" algn="l" defTabSz="3250554" rtl="0" eaLnBrk="1" latinLnBrk="0" hangingPunct="1">
      <a:defRPr sz="6400" kern="1200">
        <a:solidFill>
          <a:schemeClr val="tx1"/>
        </a:solidFill>
        <a:latin typeface="+mn-lt"/>
        <a:ea typeface="+mn-ea"/>
        <a:cs typeface="+mn-cs"/>
      </a:defRPr>
    </a:lvl4pPr>
    <a:lvl5pPr marL="6501105" algn="l" defTabSz="3250554" rtl="0" eaLnBrk="1" latinLnBrk="0" hangingPunct="1">
      <a:defRPr sz="6400" kern="1200">
        <a:solidFill>
          <a:schemeClr val="tx1"/>
        </a:solidFill>
        <a:latin typeface="+mn-lt"/>
        <a:ea typeface="+mn-ea"/>
        <a:cs typeface="+mn-cs"/>
      </a:defRPr>
    </a:lvl5pPr>
    <a:lvl6pPr marL="8126380" algn="l" defTabSz="3250554" rtl="0" eaLnBrk="1" latinLnBrk="0" hangingPunct="1">
      <a:defRPr sz="6400" kern="1200">
        <a:solidFill>
          <a:schemeClr val="tx1"/>
        </a:solidFill>
        <a:latin typeface="+mn-lt"/>
        <a:ea typeface="+mn-ea"/>
        <a:cs typeface="+mn-cs"/>
      </a:defRPr>
    </a:lvl6pPr>
    <a:lvl7pPr marL="9751659" algn="l" defTabSz="3250554" rtl="0" eaLnBrk="1" latinLnBrk="0" hangingPunct="1">
      <a:defRPr sz="6400" kern="1200">
        <a:solidFill>
          <a:schemeClr val="tx1"/>
        </a:solidFill>
        <a:latin typeface="+mn-lt"/>
        <a:ea typeface="+mn-ea"/>
        <a:cs typeface="+mn-cs"/>
      </a:defRPr>
    </a:lvl7pPr>
    <a:lvl8pPr marL="11376934" algn="l" defTabSz="3250554" rtl="0" eaLnBrk="1" latinLnBrk="0" hangingPunct="1">
      <a:defRPr sz="6400" kern="1200">
        <a:solidFill>
          <a:schemeClr val="tx1"/>
        </a:solidFill>
        <a:latin typeface="+mn-lt"/>
        <a:ea typeface="+mn-ea"/>
        <a:cs typeface="+mn-cs"/>
      </a:defRPr>
    </a:lvl8pPr>
    <a:lvl9pPr marL="13002210" algn="l" defTabSz="3250554" rtl="0" eaLnBrk="1" latinLnBrk="0" hangingPunct="1">
      <a:defRPr sz="6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830">
          <p15:clr>
            <a:srgbClr val="A4A3A4"/>
          </p15:clr>
        </p15:guide>
        <p15:guide id="2" pos="2073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J" initials="Mj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0B1F8F"/>
    <a:srgbClr val="A12B2F"/>
    <a:srgbClr val="007836"/>
    <a:srgbClr val="ECAA00"/>
    <a:srgbClr val="76777B"/>
    <a:srgbClr val="00609C"/>
    <a:srgbClr val="ECAC00"/>
    <a:srgbClr val="00A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C31062-06BD-4652-B806-E850AF402B89}" v="9" dt="2026-07-17T05:49:11.7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67" autoAdjust="0"/>
    <p:restoredTop sz="93469" autoAdjust="0"/>
  </p:normalViewPr>
  <p:slideViewPr>
    <p:cSldViewPr snapToGrid="0" showGuides="1">
      <p:cViewPr>
        <p:scale>
          <a:sx n="29" d="100"/>
          <a:sy n="29" d="100"/>
        </p:scale>
        <p:origin x="524" y="-2400"/>
      </p:cViewPr>
      <p:guideLst>
        <p:guide orient="horz" pos="25830"/>
        <p:guide pos="207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Wefer" userId="826697c7-4ca1-4d76-8e83-e06ef9acfb02" providerId="ADAL" clId="{2459FA6A-7210-4D9C-98C6-C27666F204DE}"/>
    <pc:docChg chg="modSld">
      <pc:chgData name="Daniel Wefer" userId="826697c7-4ca1-4d76-8e83-e06ef9acfb02" providerId="ADAL" clId="{2459FA6A-7210-4D9C-98C6-C27666F204DE}" dt="2026-07-17T05:49:11.761" v="10"/>
      <pc:docMkLst>
        <pc:docMk/>
      </pc:docMkLst>
      <pc:sldChg chg="addSp modSp">
        <pc:chgData name="Daniel Wefer" userId="826697c7-4ca1-4d76-8e83-e06ef9acfb02" providerId="ADAL" clId="{2459FA6A-7210-4D9C-98C6-C27666F204DE}" dt="2026-07-17T05:24:14.255" v="5" actId="767"/>
        <pc:sldMkLst>
          <pc:docMk/>
          <pc:sldMk cId="148554758" sldId="280"/>
        </pc:sldMkLst>
        <pc:spChg chg="add mod">
          <ac:chgData name="Daniel Wefer" userId="826697c7-4ca1-4d76-8e83-e06ef9acfb02" providerId="ADAL" clId="{2459FA6A-7210-4D9C-98C6-C27666F204DE}" dt="2026-07-17T05:17:10.894" v="0" actId="767"/>
          <ac:spMkLst>
            <pc:docMk/>
            <pc:sldMk cId="148554758" sldId="280"/>
            <ac:spMk id="108" creationId="{D7A8844E-A2AC-B1F4-CF08-015834098492}"/>
          </ac:spMkLst>
        </pc:spChg>
        <pc:spChg chg="add mod">
          <ac:chgData name="Daniel Wefer" userId="826697c7-4ca1-4d76-8e83-e06ef9acfb02" providerId="ADAL" clId="{2459FA6A-7210-4D9C-98C6-C27666F204DE}" dt="2026-07-17T05:24:14.255" v="5" actId="767"/>
          <ac:spMkLst>
            <pc:docMk/>
            <pc:sldMk cId="148554758" sldId="280"/>
            <ac:spMk id="121" creationId="{221D6830-BF39-F393-EEC2-F9CBD9D188AB}"/>
          </ac:spMkLst>
        </pc:spChg>
        <pc:picChg chg="add">
          <ac:chgData name="Daniel Wefer" userId="826697c7-4ca1-4d76-8e83-e06ef9acfb02" providerId="ADAL" clId="{2459FA6A-7210-4D9C-98C6-C27666F204DE}" dt="2026-07-17T05:21:49.956" v="3"/>
          <ac:picMkLst>
            <pc:docMk/>
            <pc:sldMk cId="148554758" sldId="280"/>
            <ac:picMk id="110" creationId="{0B903835-E797-81D1-8FE0-FB46B3052D63}"/>
          </ac:picMkLst>
        </pc:picChg>
        <pc:cxnChg chg="add mod">
          <ac:chgData name="Daniel Wefer" userId="826697c7-4ca1-4d76-8e83-e06ef9acfb02" providerId="ADAL" clId="{2459FA6A-7210-4D9C-98C6-C27666F204DE}" dt="2026-07-17T05:24:05.135" v="4"/>
          <ac:cxnSpMkLst>
            <pc:docMk/>
            <pc:sldMk cId="148554758" sldId="280"/>
            <ac:cxnSpMk id="120" creationId="{BE8CD17C-A33D-0E52-AF96-29A856615208}"/>
          </ac:cxnSpMkLst>
        </pc:cxnChg>
      </pc:sldChg>
      <pc:sldChg chg="addSp delSp modSp">
        <pc:chgData name="Daniel Wefer" userId="826697c7-4ca1-4d76-8e83-e06ef9acfb02" providerId="ADAL" clId="{2459FA6A-7210-4D9C-98C6-C27666F204DE}" dt="2026-07-17T05:49:11.761" v="10"/>
        <pc:sldMkLst>
          <pc:docMk/>
          <pc:sldMk cId="3223227131" sldId="281"/>
        </pc:sldMkLst>
        <pc:spChg chg="mod">
          <ac:chgData name="Daniel Wefer" userId="826697c7-4ca1-4d76-8e83-e06ef9acfb02" providerId="ADAL" clId="{2459FA6A-7210-4D9C-98C6-C27666F204DE}" dt="2026-07-17T05:49:11.761" v="10"/>
          <ac:spMkLst>
            <pc:docMk/>
            <pc:sldMk cId="3223227131" sldId="281"/>
            <ac:spMk id="4" creationId="{00000000-0000-0000-0000-000000000000}"/>
          </ac:spMkLst>
        </pc:spChg>
        <pc:spChg chg="del">
          <ac:chgData name="Daniel Wefer" userId="826697c7-4ca1-4d76-8e83-e06ef9acfb02" providerId="ADAL" clId="{2459FA6A-7210-4D9C-98C6-C27666F204DE}" dt="2026-07-17T05:18:31.700" v="1"/>
          <ac:spMkLst>
            <pc:docMk/>
            <pc:sldMk cId="3223227131" sldId="281"/>
            <ac:spMk id="13" creationId="{00000000-0000-0000-0000-000000000000}"/>
          </ac:spMkLst>
        </pc:spChg>
        <pc:spChg chg="del">
          <ac:chgData name="Daniel Wefer" userId="826697c7-4ca1-4d76-8e83-e06ef9acfb02" providerId="ADAL" clId="{2459FA6A-7210-4D9C-98C6-C27666F204DE}" dt="2026-07-17T05:18:43.218" v="2"/>
          <ac:spMkLst>
            <pc:docMk/>
            <pc:sldMk cId="3223227131" sldId="281"/>
            <ac:spMk id="17" creationId="{00000000-0000-0000-0000-000000000000}"/>
          </ac:spMkLst>
        </pc:spChg>
        <pc:spChg chg="add mod">
          <ac:chgData name="Daniel Wefer" userId="826697c7-4ca1-4d76-8e83-e06ef9acfb02" providerId="ADAL" clId="{2459FA6A-7210-4D9C-98C6-C27666F204DE}" dt="2026-07-17T05:29:51.871" v="6"/>
          <ac:spMkLst>
            <pc:docMk/>
            <pc:sldMk cId="3223227131" sldId="281"/>
            <ac:spMk id="30" creationId="{DFEA03AD-3922-F7EA-CB6F-E324880A36FD}"/>
          </ac:spMkLst>
        </pc:spChg>
        <pc:spChg chg="add mod">
          <ac:chgData name="Daniel Wefer" userId="826697c7-4ca1-4d76-8e83-e06ef9acfb02" providerId="ADAL" clId="{2459FA6A-7210-4D9C-98C6-C27666F204DE}" dt="2026-07-17T05:29:51.871" v="6"/>
          <ac:spMkLst>
            <pc:docMk/>
            <pc:sldMk cId="3223227131" sldId="281"/>
            <ac:spMk id="31" creationId="{142CB321-0976-BB7A-2798-03DD0A4E48A8}"/>
          </ac:spMkLst>
        </pc:spChg>
        <pc:spChg chg="add mod">
          <ac:chgData name="Daniel Wefer" userId="826697c7-4ca1-4d76-8e83-e06ef9acfb02" providerId="ADAL" clId="{2459FA6A-7210-4D9C-98C6-C27666F204DE}" dt="2026-07-17T05:29:51.871" v="6"/>
          <ac:spMkLst>
            <pc:docMk/>
            <pc:sldMk cId="3223227131" sldId="281"/>
            <ac:spMk id="32" creationId="{71A783E2-4B98-A218-DACD-AABCCCAF15A2}"/>
          </ac:spMkLst>
        </pc:spChg>
        <pc:spChg chg="add mod">
          <ac:chgData name="Daniel Wefer" userId="826697c7-4ca1-4d76-8e83-e06ef9acfb02" providerId="ADAL" clId="{2459FA6A-7210-4D9C-98C6-C27666F204DE}" dt="2026-07-17T05:29:51.871" v="6"/>
          <ac:spMkLst>
            <pc:docMk/>
            <pc:sldMk cId="3223227131" sldId="281"/>
            <ac:spMk id="33" creationId="{C41B5649-4739-2835-740A-09412146F237}"/>
          </ac:spMkLst>
        </pc:spChg>
        <pc:spChg chg="add mod">
          <ac:chgData name="Daniel Wefer" userId="826697c7-4ca1-4d76-8e83-e06ef9acfb02" providerId="ADAL" clId="{2459FA6A-7210-4D9C-98C6-C27666F204DE}" dt="2026-07-17T05:29:51.871" v="6"/>
          <ac:spMkLst>
            <pc:docMk/>
            <pc:sldMk cId="3223227131" sldId="281"/>
            <ac:spMk id="35" creationId="{AD12A9B4-839D-5E17-58CD-84DB726136FB}"/>
          </ac:spMkLst>
        </pc:spChg>
        <pc:spChg chg="add mod">
          <ac:chgData name="Daniel Wefer" userId="826697c7-4ca1-4d76-8e83-e06ef9acfb02" providerId="ADAL" clId="{2459FA6A-7210-4D9C-98C6-C27666F204DE}" dt="2026-07-17T05:29:51.871" v="6"/>
          <ac:spMkLst>
            <pc:docMk/>
            <pc:sldMk cId="3223227131" sldId="281"/>
            <ac:spMk id="36" creationId="{710D0FED-D2B7-59E1-45D3-C7009519D0B5}"/>
          </ac:spMkLst>
        </pc:spChg>
        <pc:spChg chg="add mod">
          <ac:chgData name="Daniel Wefer" userId="826697c7-4ca1-4d76-8e83-e06ef9acfb02" providerId="ADAL" clId="{2459FA6A-7210-4D9C-98C6-C27666F204DE}" dt="2026-07-17T05:29:51.871" v="6"/>
          <ac:spMkLst>
            <pc:docMk/>
            <pc:sldMk cId="3223227131" sldId="281"/>
            <ac:spMk id="37" creationId="{8F7C58B2-5580-50DF-1AF4-B77703EE9092}"/>
          </ac:spMkLst>
        </pc:spChg>
        <pc:spChg chg="add mod">
          <ac:chgData name="Daniel Wefer" userId="826697c7-4ca1-4d76-8e83-e06ef9acfb02" providerId="ADAL" clId="{2459FA6A-7210-4D9C-98C6-C27666F204DE}" dt="2026-07-17T05:29:51.871" v="6"/>
          <ac:spMkLst>
            <pc:docMk/>
            <pc:sldMk cId="3223227131" sldId="281"/>
            <ac:spMk id="39" creationId="{F27B98AE-98F1-3E33-0033-F4258DB8348E}"/>
          </ac:spMkLst>
        </pc:spChg>
        <pc:spChg chg="add mod">
          <ac:chgData name="Daniel Wefer" userId="826697c7-4ca1-4d76-8e83-e06ef9acfb02" providerId="ADAL" clId="{2459FA6A-7210-4D9C-98C6-C27666F204DE}" dt="2026-07-17T05:29:51.871" v="6"/>
          <ac:spMkLst>
            <pc:docMk/>
            <pc:sldMk cId="3223227131" sldId="281"/>
            <ac:spMk id="58" creationId="{F5E9582E-22D4-BAB6-5063-2EEBF3CFC47B}"/>
          </ac:spMkLst>
        </pc:spChg>
        <pc:spChg chg="add mod">
          <ac:chgData name="Daniel Wefer" userId="826697c7-4ca1-4d76-8e83-e06ef9acfb02" providerId="ADAL" clId="{2459FA6A-7210-4D9C-98C6-C27666F204DE}" dt="2026-07-17T05:29:51.871" v="6"/>
          <ac:spMkLst>
            <pc:docMk/>
            <pc:sldMk cId="3223227131" sldId="281"/>
            <ac:spMk id="60" creationId="{8515D174-83CB-71DF-1433-4C66C2A444EC}"/>
          </ac:spMkLst>
        </pc:spChg>
        <pc:spChg chg="del">
          <ac:chgData name="Daniel Wefer" userId="826697c7-4ca1-4d76-8e83-e06ef9acfb02" providerId="ADAL" clId="{2459FA6A-7210-4D9C-98C6-C27666F204DE}" dt="2026-07-17T05:34:20.007" v="7"/>
          <ac:spMkLst>
            <pc:docMk/>
            <pc:sldMk cId="3223227131" sldId="281"/>
            <ac:spMk id="82" creationId="{5FC438D8-EAFA-3D9F-3306-754170B2C1AD}"/>
          </ac:spMkLst>
        </pc:spChg>
        <pc:picChg chg="add mod">
          <ac:chgData name="Daniel Wefer" userId="826697c7-4ca1-4d76-8e83-e06ef9acfb02" providerId="ADAL" clId="{2459FA6A-7210-4D9C-98C6-C27666F204DE}" dt="2026-07-17T05:18:31.700" v="1"/>
          <ac:picMkLst>
            <pc:docMk/>
            <pc:sldMk cId="3223227131" sldId="281"/>
            <ac:picMk id="3" creationId="{85EC802F-EC14-C5C3-4FBD-78E87C706949}"/>
          </ac:picMkLst>
        </pc:picChg>
        <pc:picChg chg="add mod">
          <ac:chgData name="Daniel Wefer" userId="826697c7-4ca1-4d76-8e83-e06ef9acfb02" providerId="ADAL" clId="{2459FA6A-7210-4D9C-98C6-C27666F204DE}" dt="2026-07-17T05:18:43.218" v="2"/>
          <ac:picMkLst>
            <pc:docMk/>
            <pc:sldMk cId="3223227131" sldId="281"/>
            <ac:picMk id="19" creationId="{1A4EA71D-57D3-101A-6615-BA61C8E09811}"/>
          </ac:picMkLst>
        </pc:picChg>
        <pc:picChg chg="add mod">
          <ac:chgData name="Daniel Wefer" userId="826697c7-4ca1-4d76-8e83-e06ef9acfb02" providerId="ADAL" clId="{2459FA6A-7210-4D9C-98C6-C27666F204DE}" dt="2026-07-17T05:34:20.007" v="7"/>
          <ac:picMkLst>
            <pc:docMk/>
            <pc:sldMk cId="3223227131" sldId="281"/>
            <ac:picMk id="83" creationId="{BB1FF9AB-7777-B538-295B-14B7693C9E8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86795E-F386-0C49-942F-B1458A319E0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15C89-C29F-C54A-AE1C-F46793664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2804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80A489-9093-C54A-B1C3-374F661A0010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AA7A1A-8011-3A42-91B8-EE1BD44E4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691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2527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1pPr>
    <a:lvl2pPr marL="1625279" algn="l" defTabSz="162527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2pPr>
    <a:lvl3pPr marL="3250554" algn="l" defTabSz="162527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3pPr>
    <a:lvl4pPr marL="4875826" algn="l" defTabSz="162527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4pPr>
    <a:lvl5pPr marL="6501105" algn="l" defTabSz="162527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5pPr>
    <a:lvl6pPr marL="8126380" algn="l" defTabSz="162527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6pPr>
    <a:lvl7pPr marL="9751659" algn="l" defTabSz="162527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7pPr>
    <a:lvl8pPr marL="11376934" algn="l" defTabSz="162527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8pPr>
    <a:lvl9pPr marL="13002210" algn="l" defTabSz="162527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AA7A1A-8011-3A42-91B8-EE1BD44E445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831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Colorf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ontent Placeholder 2"/>
          <p:cNvSpPr>
            <a:spLocks noGrp="1"/>
          </p:cNvSpPr>
          <p:nvPr>
            <p:ph idx="71" hasCustomPrompt="1"/>
          </p:nvPr>
        </p:nvSpPr>
        <p:spPr>
          <a:xfrm>
            <a:off x="22127541" y="34253007"/>
            <a:ext cx="10094976" cy="6680526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2" name="Content Placeholder 2"/>
          <p:cNvSpPr>
            <a:spLocks noGrp="1"/>
          </p:cNvSpPr>
          <p:nvPr>
            <p:ph idx="70" hasCustomPrompt="1"/>
          </p:nvPr>
        </p:nvSpPr>
        <p:spPr>
          <a:xfrm>
            <a:off x="11423845" y="34253007"/>
            <a:ext cx="10094976" cy="6680526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120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4" name="Content Placeholder 2"/>
          <p:cNvSpPr>
            <a:spLocks noGrp="1"/>
          </p:cNvSpPr>
          <p:nvPr>
            <p:ph idx="68" hasCustomPrompt="1"/>
          </p:nvPr>
        </p:nvSpPr>
        <p:spPr>
          <a:xfrm>
            <a:off x="16793834" y="18181791"/>
            <a:ext cx="15465780" cy="15418085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120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3" name="Content Placeholder 2"/>
          <p:cNvSpPr>
            <a:spLocks noGrp="1"/>
          </p:cNvSpPr>
          <p:nvPr>
            <p:ph idx="67" hasCustomPrompt="1"/>
          </p:nvPr>
        </p:nvSpPr>
        <p:spPr>
          <a:xfrm>
            <a:off x="683867" y="18181791"/>
            <a:ext cx="15423448" cy="15418085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120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65" hasCustomPrompt="1"/>
          </p:nvPr>
        </p:nvSpPr>
        <p:spPr>
          <a:xfrm>
            <a:off x="16763074" y="7315200"/>
            <a:ext cx="7415784" cy="10213848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120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Content Placeholder 2"/>
          <p:cNvSpPr>
            <a:spLocks noGrp="1"/>
          </p:cNvSpPr>
          <p:nvPr>
            <p:ph idx="66" hasCustomPrompt="1"/>
          </p:nvPr>
        </p:nvSpPr>
        <p:spPr>
          <a:xfrm>
            <a:off x="24843831" y="7315200"/>
            <a:ext cx="7415784" cy="10213848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120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5" y="-1"/>
            <a:ext cx="32918400" cy="4797880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t" anchorCtr="0">
            <a:noAutofit/>
          </a:bodyPr>
          <a:lstStyle/>
          <a:p>
            <a:pPr algn="r" defTabSz="1624898">
              <a:spcBef>
                <a:spcPts val="2129"/>
              </a:spcBef>
              <a:buFont typeface="Wingdings" pitchFamily="2" charset="2"/>
              <a:buNone/>
            </a:pPr>
            <a:endParaRPr lang="en-US" sz="400" b="1">
              <a:solidFill>
                <a:srgbClr val="FFFFFF"/>
              </a:solidFill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0" y="4760252"/>
            <a:ext cx="32918400" cy="199183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24898" tIns="162487" rIns="324977" bIns="162487" rtlCol="0" anchor="ctr"/>
          <a:lstStyle/>
          <a:p>
            <a:pPr defTabSz="3249793"/>
            <a:endParaRPr lang="en-US" sz="2800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1382919" y="898525"/>
            <a:ext cx="30836961" cy="2631971"/>
          </a:xfrm>
        </p:spPr>
        <p:txBody>
          <a:bodyPr anchor="b"/>
          <a:lstStyle>
            <a:lvl1pPr>
              <a:defRPr lang="en-US" sz="10000" b="1" kern="1200" cap="all" baseline="0" dirty="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11" name="Text Placeholder 10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1382918" y="3662893"/>
            <a:ext cx="30817421" cy="855566"/>
          </a:xfrm>
        </p:spPr>
        <p:txBody>
          <a:bodyPr/>
          <a:lstStyle>
            <a:lvl1pPr marL="0" indent="0">
              <a:buNone/>
              <a:defRPr sz="6000">
                <a:solidFill>
                  <a:srgbClr val="FFFFFF"/>
                </a:solidFill>
              </a:defRPr>
            </a:lvl1pPr>
            <a:lvl2pPr marL="1009916" indent="0">
              <a:buNone/>
              <a:defRPr/>
            </a:lvl2pPr>
            <a:lvl3pPr marL="2189089" indent="0">
              <a:buNone/>
              <a:defRPr/>
            </a:lvl3pPr>
            <a:lvl4pPr marL="3255431" indent="0">
              <a:buNone/>
              <a:defRPr/>
            </a:lvl4pPr>
            <a:lvl5pPr marL="4265347" indent="0">
              <a:buNone/>
              <a:defRPr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2" name="Text Placeholder 11"/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1331120" y="5085098"/>
            <a:ext cx="30558581" cy="1342139"/>
          </a:xfrm>
        </p:spPr>
        <p:txBody>
          <a:bodyPr anchor="ctr" anchorCtr="0"/>
          <a:lstStyle>
            <a:lvl1pPr marL="0" marR="0" indent="0" algn="l" defTabSz="1624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sz="3200" baseline="0">
                <a:solidFill>
                  <a:schemeClr val="bg1"/>
                </a:solidFill>
              </a:defRPr>
            </a:lvl1pPr>
            <a:lvl2pPr marL="1009916" indent="0">
              <a:buNone/>
              <a:defRPr sz="3200"/>
            </a:lvl2pPr>
            <a:lvl3pPr marL="2189096" indent="0">
              <a:buNone/>
              <a:defRPr sz="3200"/>
            </a:lvl3pPr>
            <a:lvl4pPr marL="3255435" indent="0">
              <a:buNone/>
              <a:defRPr sz="3200"/>
            </a:lvl4pPr>
            <a:lvl5pPr marL="4265347" indent="0">
              <a:buNone/>
              <a:defRPr sz="3200"/>
            </a:lvl5pPr>
          </a:lstStyle>
          <a:p>
            <a:pPr lvl="0"/>
            <a:r>
              <a:rPr lang="en-US" dirty="0"/>
              <a:t>Researcher Names</a:t>
            </a:r>
          </a:p>
          <a:p>
            <a:pPr lvl="0"/>
            <a:r>
              <a:rPr lang="en-US" dirty="0"/>
              <a:t>Researcher Names</a:t>
            </a:r>
          </a:p>
          <a:p>
            <a:pPr marL="0" marR="0" lvl="0" indent="0" algn="l" defTabSz="1624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Researcher Names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 hasCustomPrompt="1"/>
          </p:nvPr>
        </p:nvSpPr>
        <p:spPr>
          <a:xfrm>
            <a:off x="683866" y="7315200"/>
            <a:ext cx="15426103" cy="10213848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120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8" name="Picture Placeholder 4"/>
          <p:cNvSpPr>
            <a:spLocks noGrp="1"/>
          </p:cNvSpPr>
          <p:nvPr>
            <p:ph type="pic" sz="quarter" idx="44" hasCustomPrompt="1"/>
          </p:nvPr>
        </p:nvSpPr>
        <p:spPr>
          <a:xfrm>
            <a:off x="17059781" y="12636203"/>
            <a:ext cx="6900112" cy="4594296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9" name="Picture Placeholder 4"/>
          <p:cNvSpPr>
            <a:spLocks noGrp="1"/>
          </p:cNvSpPr>
          <p:nvPr>
            <p:ph type="pic" sz="quarter" idx="45" hasCustomPrompt="1"/>
          </p:nvPr>
        </p:nvSpPr>
        <p:spPr>
          <a:xfrm>
            <a:off x="25060527" y="12636203"/>
            <a:ext cx="6900112" cy="4594296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40" name="Picture Placeholder 4"/>
          <p:cNvSpPr>
            <a:spLocks noGrp="1"/>
          </p:cNvSpPr>
          <p:nvPr>
            <p:ph type="pic" sz="quarter" idx="43" hasCustomPrompt="1"/>
          </p:nvPr>
        </p:nvSpPr>
        <p:spPr>
          <a:xfrm>
            <a:off x="931303" y="21929723"/>
            <a:ext cx="14879692" cy="1140718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49" name="Picture Placeholder 4"/>
          <p:cNvSpPr>
            <a:spLocks noGrp="1"/>
          </p:cNvSpPr>
          <p:nvPr>
            <p:ph type="pic" sz="quarter" idx="48" hasCustomPrompt="1"/>
          </p:nvPr>
        </p:nvSpPr>
        <p:spPr>
          <a:xfrm>
            <a:off x="17144447" y="21949984"/>
            <a:ext cx="7154104" cy="556800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50" name="Picture Placeholder 4"/>
          <p:cNvSpPr>
            <a:spLocks noGrp="1"/>
          </p:cNvSpPr>
          <p:nvPr>
            <p:ph type="pic" sz="quarter" idx="49" hasCustomPrompt="1"/>
          </p:nvPr>
        </p:nvSpPr>
        <p:spPr>
          <a:xfrm>
            <a:off x="24764203" y="21949984"/>
            <a:ext cx="7154104" cy="556800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45" name="Text Placeholder 7"/>
          <p:cNvSpPr>
            <a:spLocks noGrp="1"/>
          </p:cNvSpPr>
          <p:nvPr>
            <p:ph type="body" sz="quarter" idx="55" hasCustomPrompt="1"/>
          </p:nvPr>
        </p:nvSpPr>
        <p:spPr>
          <a:xfrm>
            <a:off x="683867" y="34253007"/>
            <a:ext cx="10094976" cy="731520"/>
          </a:xfrm>
          <a:noFill/>
          <a:ln>
            <a:noFill/>
          </a:ln>
        </p:spPr>
        <p:txBody>
          <a:bodyPr lIns="182880" bIns="0" anchor="b" anchorCtr="0"/>
          <a:lstStyle>
            <a:lvl1pPr marL="0" indent="0" algn="l">
              <a:spcBef>
                <a:spcPts val="0"/>
              </a:spcBef>
              <a:buNone/>
              <a:defRPr sz="4200" b="1" cap="all" baseline="0">
                <a:solidFill>
                  <a:schemeClr val="tx2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conclusions</a:t>
            </a:r>
          </a:p>
        </p:txBody>
      </p:sp>
      <p:sp>
        <p:nvSpPr>
          <p:cNvPr id="46" name="Text Placeholder 7"/>
          <p:cNvSpPr>
            <a:spLocks noGrp="1"/>
          </p:cNvSpPr>
          <p:nvPr>
            <p:ph type="body" sz="quarter" idx="56" hasCustomPrompt="1"/>
          </p:nvPr>
        </p:nvSpPr>
        <p:spPr>
          <a:xfrm>
            <a:off x="11423845" y="34253007"/>
            <a:ext cx="10094976" cy="731520"/>
          </a:xfrm>
          <a:noFill/>
          <a:ln>
            <a:noFill/>
          </a:ln>
        </p:spPr>
        <p:txBody>
          <a:bodyPr lIns="182880" bIns="0" anchor="b" anchorCtr="0"/>
          <a:lstStyle>
            <a:lvl1pPr marL="0" indent="0" algn="l">
              <a:spcBef>
                <a:spcPts val="0"/>
              </a:spcBef>
              <a:buNone/>
              <a:defRPr sz="4200" b="1" cap="all" baseline="0">
                <a:solidFill>
                  <a:schemeClr val="tx2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next steps</a:t>
            </a:r>
          </a:p>
        </p:txBody>
      </p:sp>
      <p:sp>
        <p:nvSpPr>
          <p:cNvPr id="47" name="Text Placeholder 7"/>
          <p:cNvSpPr>
            <a:spLocks noGrp="1"/>
          </p:cNvSpPr>
          <p:nvPr>
            <p:ph type="body" sz="quarter" idx="57" hasCustomPrompt="1"/>
          </p:nvPr>
        </p:nvSpPr>
        <p:spPr>
          <a:xfrm>
            <a:off x="22127541" y="34253007"/>
            <a:ext cx="10094976" cy="731520"/>
          </a:xfrm>
          <a:noFill/>
          <a:ln>
            <a:noFill/>
          </a:ln>
        </p:spPr>
        <p:txBody>
          <a:bodyPr lIns="182880" bIns="0" anchor="b" anchorCtr="0"/>
          <a:lstStyle>
            <a:lvl1pPr marL="0" indent="0" algn="l">
              <a:spcBef>
                <a:spcPts val="0"/>
              </a:spcBef>
              <a:buNone/>
              <a:defRPr sz="4200" b="1" cap="all" baseline="0">
                <a:solidFill>
                  <a:schemeClr val="tx2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references</a:t>
            </a:r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51" hasCustomPrompt="1"/>
          </p:nvPr>
        </p:nvSpPr>
        <p:spPr>
          <a:xfrm>
            <a:off x="683867" y="18181791"/>
            <a:ext cx="15425928" cy="731520"/>
          </a:xfrm>
          <a:noFill/>
          <a:ln>
            <a:noFill/>
          </a:ln>
        </p:spPr>
        <p:txBody>
          <a:bodyPr lIns="182880" bIns="0" anchor="b" anchorCtr="0"/>
          <a:lstStyle>
            <a:lvl1pPr marL="0" indent="0" algn="l">
              <a:spcBef>
                <a:spcPts val="0"/>
              </a:spcBef>
              <a:buNone/>
              <a:defRPr sz="4200" b="1" cap="all" baseline="0">
                <a:solidFill>
                  <a:schemeClr val="tx2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section 1</a:t>
            </a:r>
          </a:p>
        </p:txBody>
      </p:sp>
      <p:sp>
        <p:nvSpPr>
          <p:cNvPr id="41" name="Text Placeholder 7"/>
          <p:cNvSpPr>
            <a:spLocks noGrp="1"/>
          </p:cNvSpPr>
          <p:nvPr>
            <p:ph type="body" sz="quarter" idx="52" hasCustomPrompt="1"/>
          </p:nvPr>
        </p:nvSpPr>
        <p:spPr>
          <a:xfrm>
            <a:off x="16793835" y="18181791"/>
            <a:ext cx="15462504" cy="731520"/>
          </a:xfrm>
          <a:noFill/>
          <a:ln>
            <a:noFill/>
          </a:ln>
        </p:spPr>
        <p:txBody>
          <a:bodyPr lIns="182880" bIns="0" anchor="b" anchorCtr="0"/>
          <a:lstStyle>
            <a:lvl1pPr marL="0" indent="0" algn="l">
              <a:spcBef>
                <a:spcPts val="0"/>
              </a:spcBef>
              <a:buNone/>
              <a:defRPr sz="4200" b="1" cap="all" baseline="0">
                <a:solidFill>
                  <a:schemeClr val="tx2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section 2</a:t>
            </a:r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50" hasCustomPrompt="1"/>
          </p:nvPr>
        </p:nvSpPr>
        <p:spPr>
          <a:xfrm>
            <a:off x="683866" y="7323581"/>
            <a:ext cx="15425928" cy="731520"/>
          </a:xfrm>
          <a:noFill/>
          <a:ln>
            <a:noFill/>
          </a:ln>
        </p:spPr>
        <p:txBody>
          <a:bodyPr lIns="182880" bIns="0" anchor="b" anchorCtr="0"/>
          <a:lstStyle>
            <a:lvl1pPr marL="0" indent="0" algn="l">
              <a:spcBef>
                <a:spcPts val="0"/>
              </a:spcBef>
              <a:buNone/>
              <a:defRPr sz="4200" b="1" cap="all" baseline="0">
                <a:solidFill>
                  <a:schemeClr val="tx2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abstract</a:t>
            </a:r>
          </a:p>
        </p:txBody>
      </p:sp>
      <p:sp>
        <p:nvSpPr>
          <p:cNvPr id="43" name="Text Placeholder 7"/>
          <p:cNvSpPr>
            <a:spLocks noGrp="1"/>
          </p:cNvSpPr>
          <p:nvPr>
            <p:ph type="body" sz="quarter" idx="53" hasCustomPrompt="1"/>
          </p:nvPr>
        </p:nvSpPr>
        <p:spPr>
          <a:xfrm>
            <a:off x="16763074" y="7323580"/>
            <a:ext cx="7415784" cy="731520"/>
          </a:xfrm>
          <a:noFill/>
          <a:ln>
            <a:noFill/>
          </a:ln>
        </p:spPr>
        <p:txBody>
          <a:bodyPr lIns="182880" bIns="0" anchor="b" anchorCtr="0"/>
          <a:lstStyle>
            <a:lvl1pPr marL="0" indent="0" algn="l">
              <a:spcBef>
                <a:spcPts val="0"/>
              </a:spcBef>
              <a:buNone/>
              <a:defRPr sz="4200" b="1" cap="all" baseline="0">
                <a:solidFill>
                  <a:schemeClr val="tx2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 add motivation</a:t>
            </a:r>
          </a:p>
        </p:txBody>
      </p:sp>
      <p:sp>
        <p:nvSpPr>
          <p:cNvPr id="44" name="Text Placeholder 7"/>
          <p:cNvSpPr>
            <a:spLocks noGrp="1"/>
          </p:cNvSpPr>
          <p:nvPr>
            <p:ph type="body" sz="quarter" idx="54" hasCustomPrompt="1"/>
          </p:nvPr>
        </p:nvSpPr>
        <p:spPr>
          <a:xfrm>
            <a:off x="24843831" y="7323580"/>
            <a:ext cx="7415784" cy="731520"/>
          </a:xfrm>
          <a:noFill/>
          <a:ln>
            <a:noFill/>
          </a:ln>
        </p:spPr>
        <p:txBody>
          <a:bodyPr lIns="182880" bIns="0" anchor="b" anchorCtr="0"/>
          <a:lstStyle>
            <a:lvl1pPr marL="0" indent="0" algn="l">
              <a:spcBef>
                <a:spcPts val="0"/>
              </a:spcBef>
              <a:buNone/>
              <a:defRPr sz="4200" b="1" cap="all" baseline="0">
                <a:solidFill>
                  <a:schemeClr val="tx2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methods</a:t>
            </a:r>
          </a:p>
        </p:txBody>
      </p:sp>
      <p:sp>
        <p:nvSpPr>
          <p:cNvPr id="58" name="Picture Placeholder 4"/>
          <p:cNvSpPr>
            <a:spLocks noGrp="1"/>
          </p:cNvSpPr>
          <p:nvPr>
            <p:ph type="pic" sz="quarter" idx="46" hasCustomPrompt="1"/>
          </p:nvPr>
        </p:nvSpPr>
        <p:spPr>
          <a:xfrm>
            <a:off x="17144447" y="28087325"/>
            <a:ext cx="7154104" cy="524958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59" name="Picture Placeholder 4"/>
          <p:cNvSpPr>
            <a:spLocks noGrp="1"/>
          </p:cNvSpPr>
          <p:nvPr>
            <p:ph type="pic" sz="quarter" idx="47" hasCustomPrompt="1"/>
          </p:nvPr>
        </p:nvSpPr>
        <p:spPr>
          <a:xfrm>
            <a:off x="24764203" y="28087325"/>
            <a:ext cx="7154104" cy="524958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5" name="Content Placeholder 2"/>
          <p:cNvSpPr>
            <a:spLocks noGrp="1"/>
          </p:cNvSpPr>
          <p:nvPr>
            <p:ph idx="69" hasCustomPrompt="1"/>
          </p:nvPr>
        </p:nvSpPr>
        <p:spPr>
          <a:xfrm>
            <a:off x="683867" y="34253007"/>
            <a:ext cx="10094976" cy="6680526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120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3304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824" userDrawn="1">
          <p15:clr>
            <a:srgbClr val="FBAE40"/>
          </p15:clr>
        </p15:guide>
        <p15:guide id="2" pos="1036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Colorful-Boxe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ontent Placeholder 2"/>
          <p:cNvSpPr>
            <a:spLocks noGrp="1"/>
          </p:cNvSpPr>
          <p:nvPr>
            <p:ph idx="71" hasCustomPrompt="1"/>
          </p:nvPr>
        </p:nvSpPr>
        <p:spPr>
          <a:xfrm>
            <a:off x="22127541" y="34253007"/>
            <a:ext cx="10094976" cy="6680526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2" name="Content Placeholder 2"/>
          <p:cNvSpPr>
            <a:spLocks noGrp="1"/>
          </p:cNvSpPr>
          <p:nvPr>
            <p:ph idx="70" hasCustomPrompt="1"/>
          </p:nvPr>
        </p:nvSpPr>
        <p:spPr>
          <a:xfrm>
            <a:off x="11423845" y="34253007"/>
            <a:ext cx="10094976" cy="6680526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120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Content Placeholder 2"/>
          <p:cNvSpPr>
            <a:spLocks noGrp="1"/>
          </p:cNvSpPr>
          <p:nvPr>
            <p:ph idx="69" hasCustomPrompt="1"/>
          </p:nvPr>
        </p:nvSpPr>
        <p:spPr>
          <a:xfrm>
            <a:off x="683867" y="34253007"/>
            <a:ext cx="10094976" cy="6680526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120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4" name="Content Placeholder 2"/>
          <p:cNvSpPr>
            <a:spLocks noGrp="1"/>
          </p:cNvSpPr>
          <p:nvPr>
            <p:ph idx="68" hasCustomPrompt="1"/>
          </p:nvPr>
        </p:nvSpPr>
        <p:spPr>
          <a:xfrm>
            <a:off x="16793834" y="18181791"/>
            <a:ext cx="15465780" cy="15418085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120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3" name="Content Placeholder 2"/>
          <p:cNvSpPr>
            <a:spLocks noGrp="1"/>
          </p:cNvSpPr>
          <p:nvPr>
            <p:ph idx="67" hasCustomPrompt="1"/>
          </p:nvPr>
        </p:nvSpPr>
        <p:spPr>
          <a:xfrm>
            <a:off x="683867" y="18181791"/>
            <a:ext cx="15423448" cy="15418085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120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65" hasCustomPrompt="1"/>
          </p:nvPr>
        </p:nvSpPr>
        <p:spPr>
          <a:xfrm>
            <a:off x="16763074" y="7315200"/>
            <a:ext cx="7415784" cy="10213848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120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Content Placeholder 2"/>
          <p:cNvSpPr>
            <a:spLocks noGrp="1"/>
          </p:cNvSpPr>
          <p:nvPr>
            <p:ph idx="66" hasCustomPrompt="1"/>
          </p:nvPr>
        </p:nvSpPr>
        <p:spPr>
          <a:xfrm>
            <a:off x="24843831" y="7315200"/>
            <a:ext cx="7415784" cy="10213848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120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5" y="-1"/>
            <a:ext cx="32918400" cy="4797880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t" anchorCtr="0">
            <a:noAutofit/>
          </a:bodyPr>
          <a:lstStyle/>
          <a:p>
            <a:pPr algn="r" defTabSz="1624898">
              <a:spcBef>
                <a:spcPts val="2129"/>
              </a:spcBef>
              <a:buFont typeface="Wingdings" pitchFamily="2" charset="2"/>
              <a:buNone/>
            </a:pPr>
            <a:endParaRPr lang="en-US" sz="400" b="1">
              <a:solidFill>
                <a:srgbClr val="FFFFFF"/>
              </a:solidFill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0" y="4760252"/>
            <a:ext cx="32918400" cy="199183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24898" tIns="162487" rIns="324977" bIns="162487" rtlCol="0" anchor="ctr"/>
          <a:lstStyle/>
          <a:p>
            <a:pPr defTabSz="3249793"/>
            <a:endParaRPr lang="en-US" sz="2800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1382919" y="898525"/>
            <a:ext cx="30836961" cy="2631971"/>
          </a:xfrm>
        </p:spPr>
        <p:txBody>
          <a:bodyPr anchor="b"/>
          <a:lstStyle>
            <a:lvl1pPr>
              <a:defRPr lang="en-US" sz="10000" b="1" kern="1200" cap="all" baseline="0" dirty="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11" name="Text Placeholder 10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1382918" y="3662893"/>
            <a:ext cx="30817421" cy="855566"/>
          </a:xfrm>
        </p:spPr>
        <p:txBody>
          <a:bodyPr/>
          <a:lstStyle>
            <a:lvl1pPr marL="0" indent="0">
              <a:buNone/>
              <a:defRPr sz="6000">
                <a:solidFill>
                  <a:srgbClr val="FFFFFF"/>
                </a:solidFill>
              </a:defRPr>
            </a:lvl1pPr>
            <a:lvl2pPr marL="1009916" indent="0">
              <a:buNone/>
              <a:defRPr/>
            </a:lvl2pPr>
            <a:lvl3pPr marL="2189089" indent="0">
              <a:buNone/>
              <a:defRPr/>
            </a:lvl3pPr>
            <a:lvl4pPr marL="3255431" indent="0">
              <a:buNone/>
              <a:defRPr/>
            </a:lvl4pPr>
            <a:lvl5pPr marL="4265347" indent="0">
              <a:buNone/>
              <a:defRPr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2" name="Text Placeholder 11"/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1331120" y="5085098"/>
            <a:ext cx="30558581" cy="1342139"/>
          </a:xfrm>
        </p:spPr>
        <p:txBody>
          <a:bodyPr anchor="ctr" anchorCtr="0"/>
          <a:lstStyle>
            <a:lvl1pPr marL="0" marR="0" indent="0" algn="l" defTabSz="1624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sz="3200" baseline="0">
                <a:solidFill>
                  <a:schemeClr val="bg1"/>
                </a:solidFill>
              </a:defRPr>
            </a:lvl1pPr>
            <a:lvl2pPr marL="1009916" indent="0">
              <a:buNone/>
              <a:defRPr sz="3200"/>
            </a:lvl2pPr>
            <a:lvl3pPr marL="2189096" indent="0">
              <a:buNone/>
              <a:defRPr sz="3200"/>
            </a:lvl3pPr>
            <a:lvl4pPr marL="3255435" indent="0">
              <a:buNone/>
              <a:defRPr sz="3200"/>
            </a:lvl4pPr>
            <a:lvl5pPr marL="4265347" indent="0">
              <a:buNone/>
              <a:defRPr sz="3200"/>
            </a:lvl5pPr>
          </a:lstStyle>
          <a:p>
            <a:pPr lvl="0"/>
            <a:r>
              <a:rPr lang="en-US" dirty="0"/>
              <a:t>Researcher Names</a:t>
            </a:r>
          </a:p>
          <a:p>
            <a:pPr lvl="0"/>
            <a:r>
              <a:rPr lang="en-US" dirty="0"/>
              <a:t>Researcher Names</a:t>
            </a:r>
          </a:p>
          <a:p>
            <a:pPr marL="0" marR="0" lvl="0" indent="0" algn="l" defTabSz="1624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Researcher Names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 hasCustomPrompt="1"/>
          </p:nvPr>
        </p:nvSpPr>
        <p:spPr>
          <a:xfrm>
            <a:off x="683866" y="7315200"/>
            <a:ext cx="15426103" cy="10213848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120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8" name="Picture Placeholder 4"/>
          <p:cNvSpPr>
            <a:spLocks noGrp="1"/>
          </p:cNvSpPr>
          <p:nvPr>
            <p:ph type="pic" sz="quarter" idx="44" hasCustomPrompt="1"/>
          </p:nvPr>
        </p:nvSpPr>
        <p:spPr>
          <a:xfrm>
            <a:off x="17059781" y="12636203"/>
            <a:ext cx="6900112" cy="4594296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9" name="Picture Placeholder 4"/>
          <p:cNvSpPr>
            <a:spLocks noGrp="1"/>
          </p:cNvSpPr>
          <p:nvPr>
            <p:ph type="pic" sz="quarter" idx="45" hasCustomPrompt="1"/>
          </p:nvPr>
        </p:nvSpPr>
        <p:spPr>
          <a:xfrm>
            <a:off x="25060527" y="12636203"/>
            <a:ext cx="6900112" cy="4594296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40" name="Picture Placeholder 4"/>
          <p:cNvSpPr>
            <a:spLocks noGrp="1"/>
          </p:cNvSpPr>
          <p:nvPr>
            <p:ph type="pic" sz="quarter" idx="43" hasCustomPrompt="1"/>
          </p:nvPr>
        </p:nvSpPr>
        <p:spPr>
          <a:xfrm>
            <a:off x="931303" y="21929723"/>
            <a:ext cx="14879692" cy="1140718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49" name="Picture Placeholder 4"/>
          <p:cNvSpPr>
            <a:spLocks noGrp="1"/>
          </p:cNvSpPr>
          <p:nvPr>
            <p:ph type="pic" sz="quarter" idx="48" hasCustomPrompt="1"/>
          </p:nvPr>
        </p:nvSpPr>
        <p:spPr>
          <a:xfrm>
            <a:off x="17144447" y="21949984"/>
            <a:ext cx="7154104" cy="556800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50" name="Picture Placeholder 4"/>
          <p:cNvSpPr>
            <a:spLocks noGrp="1"/>
          </p:cNvSpPr>
          <p:nvPr>
            <p:ph type="pic" sz="quarter" idx="49" hasCustomPrompt="1"/>
          </p:nvPr>
        </p:nvSpPr>
        <p:spPr>
          <a:xfrm>
            <a:off x="24764203" y="21949984"/>
            <a:ext cx="7154104" cy="556800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45" name="Text Placeholder 7"/>
          <p:cNvSpPr>
            <a:spLocks noGrp="1"/>
          </p:cNvSpPr>
          <p:nvPr>
            <p:ph type="body" sz="quarter" idx="55" hasCustomPrompt="1"/>
          </p:nvPr>
        </p:nvSpPr>
        <p:spPr>
          <a:xfrm>
            <a:off x="683867" y="34253007"/>
            <a:ext cx="10094976" cy="633984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bIns="0" anchor="ctr"/>
          <a:lstStyle>
            <a:lvl1pPr marL="0" indent="0" algn="ctr">
              <a:spcBef>
                <a:spcPts val="0"/>
              </a:spcBef>
              <a:buNone/>
              <a:defRPr sz="4200" b="1" cap="all" baseline="0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conclusions</a:t>
            </a:r>
          </a:p>
        </p:txBody>
      </p:sp>
      <p:sp>
        <p:nvSpPr>
          <p:cNvPr id="46" name="Text Placeholder 7"/>
          <p:cNvSpPr>
            <a:spLocks noGrp="1"/>
          </p:cNvSpPr>
          <p:nvPr>
            <p:ph type="body" sz="quarter" idx="56" hasCustomPrompt="1"/>
          </p:nvPr>
        </p:nvSpPr>
        <p:spPr>
          <a:xfrm>
            <a:off x="11423845" y="34253007"/>
            <a:ext cx="10094976" cy="633984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bIns="0" anchor="ctr"/>
          <a:lstStyle>
            <a:lvl1pPr marL="0" indent="0" algn="ctr">
              <a:spcBef>
                <a:spcPts val="0"/>
              </a:spcBef>
              <a:buNone/>
              <a:defRPr sz="4200" b="1" cap="all" baseline="0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next steps</a:t>
            </a:r>
          </a:p>
        </p:txBody>
      </p:sp>
      <p:sp>
        <p:nvSpPr>
          <p:cNvPr id="47" name="Text Placeholder 7"/>
          <p:cNvSpPr>
            <a:spLocks noGrp="1"/>
          </p:cNvSpPr>
          <p:nvPr>
            <p:ph type="body" sz="quarter" idx="57" hasCustomPrompt="1"/>
          </p:nvPr>
        </p:nvSpPr>
        <p:spPr>
          <a:xfrm>
            <a:off x="22127541" y="34253007"/>
            <a:ext cx="10094976" cy="633984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bIns="0" anchor="ctr"/>
          <a:lstStyle>
            <a:lvl1pPr marL="0" indent="0" algn="ctr">
              <a:spcBef>
                <a:spcPts val="0"/>
              </a:spcBef>
              <a:buNone/>
              <a:defRPr sz="4200" b="1" cap="all" baseline="0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references</a:t>
            </a:r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51" hasCustomPrompt="1"/>
          </p:nvPr>
        </p:nvSpPr>
        <p:spPr>
          <a:xfrm>
            <a:off x="683867" y="18181791"/>
            <a:ext cx="15425928" cy="630684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bIns="0" anchor="ctr"/>
          <a:lstStyle>
            <a:lvl1pPr marL="0" indent="0" algn="ctr">
              <a:spcBef>
                <a:spcPts val="0"/>
              </a:spcBef>
              <a:buNone/>
              <a:defRPr sz="4200" b="1" cap="all" baseline="0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section 1</a:t>
            </a:r>
          </a:p>
        </p:txBody>
      </p:sp>
      <p:sp>
        <p:nvSpPr>
          <p:cNvPr id="41" name="Text Placeholder 7"/>
          <p:cNvSpPr>
            <a:spLocks noGrp="1"/>
          </p:cNvSpPr>
          <p:nvPr>
            <p:ph type="body" sz="quarter" idx="52" hasCustomPrompt="1"/>
          </p:nvPr>
        </p:nvSpPr>
        <p:spPr>
          <a:xfrm>
            <a:off x="16793835" y="18181791"/>
            <a:ext cx="15462504" cy="630684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bIns="0" anchor="ctr"/>
          <a:lstStyle>
            <a:lvl1pPr marL="0" indent="0" algn="ctr">
              <a:spcBef>
                <a:spcPts val="0"/>
              </a:spcBef>
              <a:buNone/>
              <a:defRPr sz="4200" b="1" cap="all" baseline="0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section 2</a:t>
            </a:r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50" hasCustomPrompt="1"/>
          </p:nvPr>
        </p:nvSpPr>
        <p:spPr>
          <a:xfrm>
            <a:off x="683866" y="7323581"/>
            <a:ext cx="15425928" cy="630684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bIns="0" anchor="ctr"/>
          <a:lstStyle>
            <a:lvl1pPr marL="0" indent="0" algn="ctr">
              <a:spcBef>
                <a:spcPts val="0"/>
              </a:spcBef>
              <a:buNone/>
              <a:defRPr sz="4200" b="1" cap="all" baseline="0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abstract</a:t>
            </a:r>
          </a:p>
        </p:txBody>
      </p:sp>
      <p:sp>
        <p:nvSpPr>
          <p:cNvPr id="43" name="Text Placeholder 7"/>
          <p:cNvSpPr>
            <a:spLocks noGrp="1"/>
          </p:cNvSpPr>
          <p:nvPr>
            <p:ph type="body" sz="quarter" idx="53" hasCustomPrompt="1"/>
          </p:nvPr>
        </p:nvSpPr>
        <p:spPr>
          <a:xfrm>
            <a:off x="16763074" y="7323580"/>
            <a:ext cx="7415784" cy="633984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bIns="0" anchor="ctr"/>
          <a:lstStyle>
            <a:lvl1pPr marL="0" indent="0" algn="ctr">
              <a:spcBef>
                <a:spcPts val="0"/>
              </a:spcBef>
              <a:buNone/>
              <a:defRPr sz="4200" b="1" cap="all" baseline="0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 add motivation</a:t>
            </a:r>
          </a:p>
        </p:txBody>
      </p:sp>
      <p:sp>
        <p:nvSpPr>
          <p:cNvPr id="44" name="Text Placeholder 7"/>
          <p:cNvSpPr>
            <a:spLocks noGrp="1"/>
          </p:cNvSpPr>
          <p:nvPr>
            <p:ph type="body" sz="quarter" idx="54" hasCustomPrompt="1"/>
          </p:nvPr>
        </p:nvSpPr>
        <p:spPr>
          <a:xfrm>
            <a:off x="24843831" y="7323580"/>
            <a:ext cx="7415784" cy="633984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bIns="0" anchor="ctr"/>
          <a:lstStyle>
            <a:lvl1pPr marL="0" indent="0" algn="ctr">
              <a:spcBef>
                <a:spcPts val="0"/>
              </a:spcBef>
              <a:buNone/>
              <a:defRPr sz="4200" b="1" cap="all" baseline="0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methods</a:t>
            </a:r>
          </a:p>
        </p:txBody>
      </p:sp>
      <p:sp>
        <p:nvSpPr>
          <p:cNvPr id="58" name="Picture Placeholder 4"/>
          <p:cNvSpPr>
            <a:spLocks noGrp="1"/>
          </p:cNvSpPr>
          <p:nvPr>
            <p:ph type="pic" sz="quarter" idx="46" hasCustomPrompt="1"/>
          </p:nvPr>
        </p:nvSpPr>
        <p:spPr>
          <a:xfrm>
            <a:off x="17144447" y="28087325"/>
            <a:ext cx="7154104" cy="524958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59" name="Picture Placeholder 4"/>
          <p:cNvSpPr>
            <a:spLocks noGrp="1"/>
          </p:cNvSpPr>
          <p:nvPr>
            <p:ph type="pic" sz="quarter" idx="47" hasCustomPrompt="1"/>
          </p:nvPr>
        </p:nvSpPr>
        <p:spPr>
          <a:xfrm>
            <a:off x="24764203" y="28087325"/>
            <a:ext cx="7154104" cy="524958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140476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:\Users\amiesen\Desktop\anlrgbpptlogo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0862" y="41500426"/>
            <a:ext cx="5534796" cy="19939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45927" y="1757687"/>
            <a:ext cx="30142443" cy="530526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Headline in all caps</a:t>
            </a:r>
            <a:br>
              <a:rPr lang="en-US" dirty="0"/>
            </a:br>
            <a:r>
              <a:rPr lang="en-US" dirty="0"/>
              <a:t>preferred as one or two lines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7" y="10879970"/>
            <a:ext cx="30142443" cy="28305761"/>
          </a:xfrm>
          <a:prstGeom prst="rect">
            <a:avLst/>
          </a:prstGeom>
        </p:spPr>
        <p:txBody>
          <a:bodyPr vert="horz" lIns="0" tIns="0" rIns="0" bIns="162526" rtlCol="0">
            <a:noAutofit/>
          </a:bodyPr>
          <a:lstStyle/>
          <a:p>
            <a:pPr lvl="0"/>
            <a:r>
              <a:rPr lang="en-US" dirty="0"/>
              <a:t>Click to add 1st-level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F76EDB-66ED-7140-0BED-7547E3AAE26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85084" y="41867328"/>
            <a:ext cx="9533618" cy="116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35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6" r:id="rId2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1625279" rtl="0" eaLnBrk="1" latinLnBrk="0" hangingPunct="1">
        <a:lnSpc>
          <a:spcPct val="95000"/>
        </a:lnSpc>
        <a:spcBef>
          <a:spcPct val="0"/>
        </a:spcBef>
        <a:buNone/>
        <a:defRPr sz="10000" b="1" i="0" kern="1200" cap="all" baseline="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615126" indent="-615126" algn="l" defTabSz="1625279" rtl="0" eaLnBrk="1" latinLnBrk="0" hangingPunct="1">
        <a:spcBef>
          <a:spcPts val="2130"/>
        </a:spcBef>
        <a:spcAft>
          <a:spcPts val="0"/>
        </a:spcAft>
        <a:buFont typeface="Wingdings" pitchFamily="2" charset="2"/>
        <a:buChar char="§"/>
        <a:defRPr sz="4600" kern="1200" baseline="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1pPr>
      <a:lvl2pPr marL="1851008" indent="-840855" algn="l" defTabSz="1625279" rtl="0" eaLnBrk="1" latinLnBrk="0" hangingPunct="1">
        <a:spcBef>
          <a:spcPts val="0"/>
        </a:spcBef>
        <a:spcAft>
          <a:spcPts val="0"/>
        </a:spcAft>
        <a:buFont typeface="Arial"/>
        <a:buChar char="–"/>
        <a:defRPr sz="46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2pPr>
      <a:lvl3pPr marL="2855517" indent="-665914" algn="l" defTabSz="1625279" rtl="0" eaLnBrk="1" latinLnBrk="0" hangingPunct="1">
        <a:spcBef>
          <a:spcPts val="0"/>
        </a:spcBef>
        <a:spcAft>
          <a:spcPts val="0"/>
        </a:spcAft>
        <a:buFont typeface="Arial"/>
        <a:buChar char="•"/>
        <a:defRPr sz="46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3865673" indent="-609479" algn="l" defTabSz="1625279" rtl="0" eaLnBrk="1" latinLnBrk="0" hangingPunct="1">
        <a:spcBef>
          <a:spcPts val="0"/>
        </a:spcBef>
        <a:spcAft>
          <a:spcPts val="0"/>
        </a:spcAft>
        <a:buFont typeface="Arial"/>
        <a:buChar char="–"/>
        <a:defRPr sz="43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4875826" indent="-609479" algn="l" defTabSz="1625279" rtl="0" eaLnBrk="1" latinLnBrk="0" hangingPunct="1">
        <a:spcBef>
          <a:spcPts val="0"/>
        </a:spcBef>
        <a:spcAft>
          <a:spcPts val="0"/>
        </a:spcAft>
        <a:buFont typeface="Arial"/>
        <a:buChar char="»"/>
        <a:defRPr sz="43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8939020" indent="-812636" algn="l" defTabSz="1625279" rtl="0" eaLnBrk="1" latinLnBrk="0" hangingPunct="1">
        <a:spcBef>
          <a:spcPct val="20000"/>
        </a:spcBef>
        <a:buFont typeface="Arial"/>
        <a:buChar char="•"/>
        <a:defRPr sz="7100" kern="1200">
          <a:solidFill>
            <a:schemeClr val="tx1"/>
          </a:solidFill>
          <a:latin typeface="+mn-lt"/>
          <a:ea typeface="+mn-ea"/>
          <a:cs typeface="+mn-cs"/>
        </a:defRPr>
      </a:lvl6pPr>
      <a:lvl7pPr marL="10564295" indent="-812636" algn="l" defTabSz="1625279" rtl="0" eaLnBrk="1" latinLnBrk="0" hangingPunct="1">
        <a:spcBef>
          <a:spcPct val="20000"/>
        </a:spcBef>
        <a:buFont typeface="Arial"/>
        <a:buChar char="•"/>
        <a:defRPr sz="7100" kern="1200">
          <a:solidFill>
            <a:schemeClr val="tx1"/>
          </a:solidFill>
          <a:latin typeface="+mn-lt"/>
          <a:ea typeface="+mn-ea"/>
          <a:cs typeface="+mn-cs"/>
        </a:defRPr>
      </a:lvl7pPr>
      <a:lvl8pPr marL="12189574" indent="-812636" algn="l" defTabSz="1625279" rtl="0" eaLnBrk="1" latinLnBrk="0" hangingPunct="1">
        <a:spcBef>
          <a:spcPct val="20000"/>
        </a:spcBef>
        <a:buFont typeface="Arial"/>
        <a:buChar char="•"/>
        <a:defRPr sz="7100" kern="1200">
          <a:solidFill>
            <a:schemeClr val="tx1"/>
          </a:solidFill>
          <a:latin typeface="+mn-lt"/>
          <a:ea typeface="+mn-ea"/>
          <a:cs typeface="+mn-cs"/>
        </a:defRPr>
      </a:lvl8pPr>
      <a:lvl9pPr marL="13814849" indent="-812636" algn="l" defTabSz="1625279" rtl="0" eaLnBrk="1" latinLnBrk="0" hangingPunct="1">
        <a:spcBef>
          <a:spcPct val="20000"/>
        </a:spcBef>
        <a:buFont typeface="Arial"/>
        <a:buChar char="•"/>
        <a:defRPr sz="7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279" rtl="0" eaLnBrk="1" latinLnBrk="0" hangingPunct="1">
        <a:defRPr sz="6400" kern="1200">
          <a:solidFill>
            <a:schemeClr val="tx1"/>
          </a:solidFill>
          <a:latin typeface="+mn-lt"/>
          <a:ea typeface="+mn-ea"/>
          <a:cs typeface="+mn-cs"/>
        </a:defRPr>
      </a:lvl1pPr>
      <a:lvl2pPr marL="1625279" algn="l" defTabSz="1625279" rtl="0" eaLnBrk="1" latinLnBrk="0" hangingPunct="1">
        <a:defRPr sz="6400" kern="1200">
          <a:solidFill>
            <a:schemeClr val="tx1"/>
          </a:solidFill>
          <a:latin typeface="+mn-lt"/>
          <a:ea typeface="+mn-ea"/>
          <a:cs typeface="+mn-cs"/>
        </a:defRPr>
      </a:lvl2pPr>
      <a:lvl3pPr marL="3250554" algn="l" defTabSz="1625279" rtl="0" eaLnBrk="1" latinLnBrk="0" hangingPunct="1"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4875826" algn="l" defTabSz="1625279" rtl="0" eaLnBrk="1" latinLnBrk="0" hangingPunct="1">
        <a:defRPr sz="6400" kern="1200">
          <a:solidFill>
            <a:schemeClr val="tx1"/>
          </a:solidFill>
          <a:latin typeface="+mn-lt"/>
          <a:ea typeface="+mn-ea"/>
          <a:cs typeface="+mn-cs"/>
        </a:defRPr>
      </a:lvl4pPr>
      <a:lvl5pPr marL="6501105" algn="l" defTabSz="1625279" rtl="0" eaLnBrk="1" latinLnBrk="0" hangingPunct="1">
        <a:defRPr sz="6400" kern="1200">
          <a:solidFill>
            <a:schemeClr val="tx1"/>
          </a:solidFill>
          <a:latin typeface="+mn-lt"/>
          <a:ea typeface="+mn-ea"/>
          <a:cs typeface="+mn-cs"/>
        </a:defRPr>
      </a:lvl5pPr>
      <a:lvl6pPr marL="8126380" algn="l" defTabSz="1625279" rtl="0" eaLnBrk="1" latinLnBrk="0" hangingPunct="1">
        <a:defRPr sz="6400" kern="1200">
          <a:solidFill>
            <a:schemeClr val="tx1"/>
          </a:solidFill>
          <a:latin typeface="+mn-lt"/>
          <a:ea typeface="+mn-ea"/>
          <a:cs typeface="+mn-cs"/>
        </a:defRPr>
      </a:lvl6pPr>
      <a:lvl7pPr marL="9751659" algn="l" defTabSz="1625279" rtl="0" eaLnBrk="1" latinLnBrk="0" hangingPunct="1">
        <a:defRPr sz="6400" kern="1200">
          <a:solidFill>
            <a:schemeClr val="tx1"/>
          </a:solidFill>
          <a:latin typeface="+mn-lt"/>
          <a:ea typeface="+mn-ea"/>
          <a:cs typeface="+mn-cs"/>
        </a:defRPr>
      </a:lvl7pPr>
      <a:lvl8pPr marL="11376934" algn="l" defTabSz="1625279" rtl="0" eaLnBrk="1" latinLnBrk="0" hangingPunct="1">
        <a:defRPr sz="6400" kern="1200">
          <a:solidFill>
            <a:schemeClr val="tx1"/>
          </a:solidFill>
          <a:latin typeface="+mn-lt"/>
          <a:ea typeface="+mn-ea"/>
          <a:cs typeface="+mn-cs"/>
        </a:defRPr>
      </a:lvl8pPr>
      <a:lvl9pPr marL="13002210" algn="l" defTabSz="1625279" rtl="0" eaLnBrk="1" latinLnBrk="0" hangingPunct="1">
        <a:defRPr sz="6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doi.org/10.1175/AIES-D-22-0063.1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idx="71"/>
          </p:nvPr>
        </p:nvSpPr>
        <p:spPr/>
        <p:txBody>
          <a:bodyPr/>
          <a:lstStyle/>
          <a:p>
            <a:r>
              <a:rPr lang="en-US" sz="3400" dirty="0"/>
              <a:t>Dematties, D., and Coauthors, 2023: Let’s Unleash the Network Judgment: A Self-Supervised Approach for Cloud Image Analysis. </a:t>
            </a:r>
            <a:r>
              <a:rPr lang="en-US" sz="3400" i="1" dirty="0" err="1"/>
              <a:t>Artif</a:t>
            </a:r>
            <a:r>
              <a:rPr lang="en-US" sz="3400" i="1" dirty="0"/>
              <a:t>. Intell. Earth Syst.</a:t>
            </a:r>
            <a:r>
              <a:rPr lang="en-US" sz="3400" dirty="0"/>
              <a:t>, </a:t>
            </a:r>
            <a:r>
              <a:rPr lang="en-US" sz="3400" b="1" dirty="0"/>
              <a:t>2</a:t>
            </a:r>
            <a:r>
              <a:rPr lang="en-US" sz="3400" dirty="0"/>
              <a:t>, 220063, </a:t>
            </a:r>
            <a:r>
              <a:rPr lang="en-US" sz="3400" dirty="0">
                <a:hlinkClick r:id="rId3"/>
              </a:rPr>
              <a:t>https://doi.org/10.1175/AIES-D-22-0063.1</a:t>
            </a:r>
            <a:r>
              <a:rPr lang="en-US" sz="3400" dirty="0"/>
              <a:t>.</a:t>
            </a:r>
          </a:p>
          <a:p>
            <a:endParaRPr lang="en-US" sz="3400" dirty="0"/>
          </a:p>
          <a:p>
            <a:r>
              <a:rPr lang="en-US" sz="3400" dirty="0"/>
              <a:t>Bao, Y., S. </a:t>
            </a:r>
            <a:r>
              <a:rPr lang="en-US" sz="3400" dirty="0" err="1"/>
              <a:t>Sivanandan</a:t>
            </a:r>
            <a:r>
              <a:rPr lang="en-US" sz="3400" dirty="0"/>
              <a:t>, and T. </a:t>
            </a:r>
            <a:r>
              <a:rPr lang="en-US" sz="3400" dirty="0" err="1"/>
              <a:t>Karaletsos</a:t>
            </a:r>
            <a:r>
              <a:rPr lang="en-US" sz="3400" dirty="0"/>
              <a:t>, 2024: Channel vision transformers: An image is worth 1 × 16 × 16 words. </a:t>
            </a:r>
            <a:r>
              <a:rPr lang="en-US" sz="3400" i="1" dirty="0"/>
              <a:t>Proc. 12th Int. Conf. on Learning Representations</a:t>
            </a:r>
            <a:r>
              <a:rPr lang="en-US" sz="3400" dirty="0"/>
              <a:t>, Vienna, Austria, ICLR.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70"/>
          </p:nvPr>
        </p:nvSpPr>
        <p:spPr/>
        <p:txBody>
          <a:bodyPr/>
          <a:lstStyle/>
          <a:p>
            <a:r>
              <a:rPr lang="en-US" sz="4400" dirty="0"/>
              <a:t>For cross-channel learning, build a custom channel-wise tokenizer, similar to Bao et al. 2024.</a:t>
            </a:r>
          </a:p>
          <a:p>
            <a:r>
              <a:rPr lang="en-US" sz="4400" dirty="0"/>
              <a:t>Build a machine learning decoder for application on a targeted task such as storm morphology identification.</a:t>
            </a:r>
          </a:p>
          <a:p>
            <a:r>
              <a:rPr lang="en-US" sz="4400" dirty="0"/>
              <a:t>Further analyze attention maps to extract more meaning from them.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68"/>
          </p:nvPr>
        </p:nvSpPr>
        <p:spPr>
          <a:xfrm>
            <a:off x="25199162" y="18181791"/>
            <a:ext cx="7060451" cy="15418085"/>
          </a:xfrm>
        </p:spPr>
        <p:txBody>
          <a:bodyPr/>
          <a:lstStyle/>
          <a:p>
            <a:r>
              <a:rPr lang="en-US" sz="4000" dirty="0"/>
              <a:t>Sample Radar scan with a given attention head.</a:t>
            </a:r>
          </a:p>
          <a:p>
            <a:r>
              <a:rPr lang="en-US" sz="4000" dirty="0"/>
              <a:t>Attention shows which parts of an image the model considers most relevant to one another.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67"/>
          </p:nvPr>
        </p:nvSpPr>
        <p:spPr>
          <a:xfrm>
            <a:off x="683867" y="18181791"/>
            <a:ext cx="24281380" cy="15418085"/>
          </a:xfrm>
        </p:spPr>
        <p:txBody>
          <a:bodyPr/>
          <a:lstStyle/>
          <a:p>
            <a:r>
              <a:rPr lang="en-US" sz="4800" dirty="0"/>
              <a:t>By clustering the raw feature vectors using a self-organizing map (SOM), we can see that similar feature vectors correlate to similar radar scans, proving that the feature embeddings are meteorologically meaningful.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1385556" y="656456"/>
            <a:ext cx="30836961" cy="2631971"/>
          </a:xfrm>
        </p:spPr>
        <p:txBody>
          <a:bodyPr/>
          <a:lstStyle/>
          <a:p>
            <a:r>
              <a:rPr lang="en-US" sz="8500" dirty="0"/>
              <a:t>Prototyping a weather radar foundation model using self supervised learning architecture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Adapting vision transformer architecture for use on polarimetric radar data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Daniel Wefer – SULI Intern, Environmental Science. Mentors  -- Bhupendra Raut and Bobby Jackson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400" dirty="0"/>
              <a:t>AI-based storm mode classification, hazard detection, and hydrometeor classification are important problems in the field of meteorology.</a:t>
            </a:r>
          </a:p>
          <a:p>
            <a:r>
              <a:rPr lang="en-US" sz="4400" dirty="0"/>
              <a:t>Most implementations use supervised learning, which requires large datasets of human labeled images, which is extremely time intensive to curate.</a:t>
            </a:r>
          </a:p>
          <a:p>
            <a:r>
              <a:rPr lang="en-US" sz="4400" dirty="0"/>
              <a:t>This work explores creating a weather radar based self-supervised learning foundation model, which could serve as the basis for valuable downstream tasks.</a:t>
            </a:r>
          </a:p>
          <a:p>
            <a:r>
              <a:rPr lang="en-US" sz="4400" dirty="0"/>
              <a:t>By training a model to create meaningful but uninterpretable feature embeddings on radar images, it produces a basis for a secondary decoder model, which can be trained on specific tasks with a much smaller dataset.</a:t>
            </a:r>
          </a:p>
        </p:txBody>
      </p:sp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F2EBE6FB-AA85-073C-6B8F-2F7D0E5DF5C8}"/>
              </a:ext>
            </a:extLst>
          </p:cNvPr>
          <p:cNvPicPr>
            <a:picLocks noGrp="1" noChangeAspect="1"/>
          </p:cNvPicPr>
          <p:nvPr>
            <p:ph type="pic" sz="quarter" idx="44"/>
          </p:nvPr>
        </p:nvPicPr>
        <p:blipFill>
          <a:blip r:embed="rId4"/>
          <a:srcRect t="356" b="560"/>
          <a:stretch>
            <a:fillRect/>
          </a:stretch>
        </p:blipFill>
        <p:spPr>
          <a:xfrm>
            <a:off x="1331120" y="21662136"/>
            <a:ext cx="14133754" cy="11674776"/>
          </a:xfrm>
          <a:prstGeom prst="rect">
            <a:avLst/>
          </a:prstGeom>
          <a:solidFill>
            <a:srgbClr val="FFFFFF">
              <a:lumMod val="85000"/>
            </a:srgbClr>
          </a:solidFill>
        </p:spPr>
      </p:pic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99F4492F-235C-6C01-6562-5323FA5E88B3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>
          <a:blip r:embed="rId5"/>
          <a:srcRect l="2743" r="2743"/>
          <a:stretch>
            <a:fillRect/>
          </a:stretch>
        </p:blipFill>
        <p:spPr>
          <a:xfrm>
            <a:off x="16638008" y="27300347"/>
            <a:ext cx="7154104" cy="5568009"/>
          </a:xfrm>
          <a:prstGeom prst="rect">
            <a:avLst/>
          </a:prstGeom>
          <a:solidFill>
            <a:srgbClr val="FFFFFF">
              <a:lumMod val="85000"/>
            </a:srgbClr>
          </a:solidFill>
        </p:spPr>
      </p:pic>
      <p:sp>
        <p:nvSpPr>
          <p:cNvPr id="51" name="Text Placeholder 50"/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r>
              <a:rPr lang="en-US"/>
              <a:t>conclusions</a:t>
            </a:r>
            <a:endParaRPr lang="en-US" dirty="0"/>
          </a:p>
        </p:txBody>
      </p:sp>
      <p:sp>
        <p:nvSpPr>
          <p:cNvPr id="52" name="Text Placeholder 51"/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r>
              <a:rPr lang="en-US"/>
              <a:t>next steps</a:t>
            </a:r>
            <a:endParaRPr lang="en-US" dirty="0"/>
          </a:p>
        </p:txBody>
      </p:sp>
      <p:sp>
        <p:nvSpPr>
          <p:cNvPr id="53" name="Text Placeholder 52"/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r>
              <a:rPr lang="en-US"/>
              <a:t>references</a:t>
            </a:r>
            <a:endParaRPr lang="en-US" dirty="0"/>
          </a:p>
        </p:txBody>
      </p:sp>
      <p:sp>
        <p:nvSpPr>
          <p:cNvPr id="47" name="Text Placeholder 46"/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rPr lang="en-US"/>
              <a:t>section 1</a:t>
            </a:r>
            <a:endParaRPr lang="en-US" dirty="0"/>
          </a:p>
        </p:txBody>
      </p:sp>
      <p:sp>
        <p:nvSpPr>
          <p:cNvPr id="48" name="Text Placeholder 47"/>
          <p:cNvSpPr>
            <a:spLocks noGrp="1"/>
          </p:cNvSpPr>
          <p:nvPr>
            <p:ph type="body" sz="quarter" idx="52"/>
          </p:nvPr>
        </p:nvSpPr>
        <p:spPr>
          <a:xfrm>
            <a:off x="25199162" y="18181791"/>
            <a:ext cx="8001291" cy="731520"/>
          </a:xfrm>
        </p:spPr>
        <p:txBody>
          <a:bodyPr/>
          <a:lstStyle/>
          <a:p>
            <a:r>
              <a:rPr lang="en-US" dirty="0"/>
              <a:t>section 2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105" name="Text Placeholder 104"/>
          <p:cNvSpPr>
            <a:spLocks noGrp="1"/>
          </p:cNvSpPr>
          <p:nvPr>
            <p:ph type="body" sz="quarter" idx="54"/>
          </p:nvPr>
        </p:nvSpPr>
        <p:spPr>
          <a:xfrm>
            <a:off x="16610410" y="7323581"/>
            <a:ext cx="7415784" cy="731520"/>
          </a:xfrm>
        </p:spPr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69"/>
          </p:nvPr>
        </p:nvSpPr>
        <p:spPr/>
        <p:txBody>
          <a:bodyPr/>
          <a:lstStyle/>
          <a:p>
            <a:r>
              <a:rPr lang="en-US" sz="4000" dirty="0"/>
              <a:t>Self-Supervised Learning is easy to scale to thousands of images compared to other machine learning methods</a:t>
            </a:r>
          </a:p>
          <a:p>
            <a:r>
              <a:rPr lang="en-US" sz="4000" dirty="0"/>
              <a:t>Meta-AI’s DINO infrastructure can be altered to accept multichannel radar netCDF files rather than RBG images</a:t>
            </a:r>
          </a:p>
          <a:p>
            <a:r>
              <a:rPr lang="en-US" sz="4000" dirty="0"/>
              <a:t>Radar images can be used to train a foundation model for applications in future machine learning tasks.</a:t>
            </a: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3E942287-D6C9-3173-5191-0BA69BD14AA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966"/>
          <a:stretch>
            <a:fillRect/>
          </a:stretch>
        </p:blipFill>
        <p:spPr>
          <a:xfrm>
            <a:off x="23792112" y="7555132"/>
            <a:ext cx="8408227" cy="9733408"/>
          </a:xfrm>
          <a:prstGeom prst="rect">
            <a:avLst/>
          </a:prstGeom>
        </p:spPr>
      </p:pic>
      <p:pic>
        <p:nvPicPr>
          <p:cNvPr id="83" name="Picture Placeholder 28">
            <a:extLst>
              <a:ext uri="{FF2B5EF4-FFF2-40B4-BE49-F238E27FC236}">
                <a16:creationId xmlns:a16="http://schemas.microsoft.com/office/drawing/2014/main" id="{BB1FF9AB-7777-B538-295B-14B7693C9E87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7"/>
          <a:srcRect l="3057" r="3057"/>
          <a:stretch>
            <a:fillRect/>
          </a:stretch>
        </p:blipFill>
        <p:spPr>
          <a:xfrm>
            <a:off x="16791628" y="21662136"/>
            <a:ext cx="7153275" cy="5567362"/>
          </a:xfrm>
          <a:prstGeom prst="rect">
            <a:avLst/>
          </a:prstGeom>
          <a:solidFill>
            <a:srgbClr val="FFFFFF">
              <a:lumMod val="85000"/>
            </a:srgbClr>
          </a:solidFill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65CEB1-EFFC-F0EC-FEC6-AD4766C484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07731" y="28219277"/>
            <a:ext cx="6243312" cy="53805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AC3DD5F-4A59-6D90-54A7-B928723588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551761" y="22838678"/>
            <a:ext cx="6243311" cy="5380599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idx="66"/>
          </p:nvPr>
        </p:nvSpPr>
        <p:spPr>
          <a:xfrm>
            <a:off x="16459200" y="7315199"/>
            <a:ext cx="15800415" cy="10213461"/>
          </a:xfrm>
        </p:spPr>
        <p:txBody>
          <a:bodyPr/>
          <a:lstStyle/>
          <a:p>
            <a:r>
              <a:rPr lang="en-US" sz="3600" dirty="0"/>
              <a:t>Uses Meta AI’s DINO model,</a:t>
            </a:r>
          </a:p>
          <a:p>
            <a:pPr marL="0" indent="0">
              <a:buNone/>
            </a:pPr>
            <a:r>
              <a:rPr lang="en-US" sz="3600" dirty="0"/>
              <a:t>adapting methods from </a:t>
            </a:r>
          </a:p>
          <a:p>
            <a:pPr marL="0" indent="0">
              <a:buNone/>
            </a:pPr>
            <a:r>
              <a:rPr lang="en-US" sz="3600" dirty="0"/>
              <a:t>Dematties et al. 2023</a:t>
            </a:r>
          </a:p>
          <a:p>
            <a:r>
              <a:rPr lang="en-US" sz="3600" dirty="0"/>
              <a:t>“Student” image is altered, </a:t>
            </a:r>
          </a:p>
          <a:p>
            <a:pPr marL="0" indent="0">
              <a:buNone/>
            </a:pPr>
            <a:r>
              <a:rPr lang="en-US" sz="3600" dirty="0"/>
              <a:t>and learns to predict the </a:t>
            </a:r>
          </a:p>
          <a:p>
            <a:pPr marL="0" indent="0">
              <a:buNone/>
            </a:pPr>
            <a:r>
              <a:rPr lang="en-US" sz="3600" dirty="0"/>
              <a:t>features of the “teacher” image</a:t>
            </a:r>
          </a:p>
          <a:p>
            <a:r>
              <a:rPr lang="en-US" sz="3600" dirty="0"/>
              <a:t>Feature vectors can then be </a:t>
            </a:r>
          </a:p>
          <a:p>
            <a:pPr marL="0" indent="0">
              <a:buNone/>
            </a:pPr>
            <a:r>
              <a:rPr lang="en-US" sz="3600" dirty="0"/>
              <a:t>clustered to find similar properties</a:t>
            </a:r>
          </a:p>
          <a:p>
            <a:r>
              <a:rPr lang="en-US" sz="3600" dirty="0"/>
              <a:t>Training dataset is thousands of</a:t>
            </a:r>
          </a:p>
          <a:p>
            <a:pPr marL="0" indent="0">
              <a:buNone/>
            </a:pPr>
            <a:r>
              <a:rPr lang="en-US" sz="3600" dirty="0"/>
              <a:t>radar scans from the KHTX radar, </a:t>
            </a:r>
          </a:p>
          <a:p>
            <a:pPr marL="0" indent="0">
              <a:buNone/>
            </a:pPr>
            <a:r>
              <a:rPr lang="en-US" sz="3600" dirty="0"/>
              <a:t>chosen for proximity to the BNF </a:t>
            </a:r>
          </a:p>
          <a:p>
            <a:pPr marL="0" indent="0">
              <a:buNone/>
            </a:pPr>
            <a:r>
              <a:rPr lang="en-US" sz="3600" dirty="0"/>
              <a:t>ARM site. </a:t>
            </a:r>
          </a:p>
          <a:p>
            <a:r>
              <a:rPr lang="en-US" sz="3600" dirty="0"/>
              <a:t>5 radar channels, including dual-</a:t>
            </a:r>
          </a:p>
          <a:p>
            <a:pPr marL="0" indent="0">
              <a:buNone/>
            </a:pPr>
            <a:r>
              <a:rPr lang="en-US" sz="3600" dirty="0"/>
              <a:t>pol fields are chosen for droplet properties.</a:t>
            </a:r>
          </a:p>
        </p:txBody>
      </p:sp>
    </p:spTree>
    <p:extLst>
      <p:ext uri="{BB962C8B-B14F-4D97-AF65-F5344CB8AC3E}">
        <p14:creationId xmlns:p14="http://schemas.microsoft.com/office/powerpoint/2010/main" val="3223227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*presentation_4x3 1-11-16">
  <a:themeElements>
    <a:clrScheme name="Argonne Scientific Posters">
      <a:dk1>
        <a:srgbClr val="47484A"/>
      </a:dk1>
      <a:lt1>
        <a:srgbClr val="FFFFFF"/>
      </a:lt1>
      <a:dk2>
        <a:srgbClr val="0082CA"/>
      </a:dk2>
      <a:lt2>
        <a:srgbClr val="F8B200"/>
      </a:lt2>
      <a:accent1>
        <a:srgbClr val="77B300"/>
      </a:accent1>
      <a:accent2>
        <a:srgbClr val="00609C"/>
      </a:accent2>
      <a:accent3>
        <a:srgbClr val="5B0091"/>
      </a:accent3>
      <a:accent4>
        <a:srgbClr val="FF7900"/>
      </a:accent4>
      <a:accent5>
        <a:srgbClr val="00A19C"/>
      </a:accent5>
      <a:accent6>
        <a:srgbClr val="CD202C"/>
      </a:accent6>
      <a:hlink>
        <a:srgbClr val="000000"/>
      </a:hlink>
      <a:folHlink>
        <a:srgbClr val="66666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abca3aa-6117-49b6-af7a-5b9784b7209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56DC8999135446906446861079DDD5" ma:contentTypeVersion="10" ma:contentTypeDescription="Create a new document." ma:contentTypeScope="" ma:versionID="b54848ed2ff253a6a1fce0d576d40727">
  <xsd:schema xmlns:xsd="http://www.w3.org/2001/XMLSchema" xmlns:xs="http://www.w3.org/2001/XMLSchema" xmlns:p="http://schemas.microsoft.com/office/2006/metadata/properties" xmlns:ns3="cabca3aa-6117-49b6-af7a-5b9784b72093" targetNamespace="http://schemas.microsoft.com/office/2006/metadata/properties" ma:root="true" ma:fieldsID="d5d297b6350184b82651df2ece56cfd4" ns3:_="">
    <xsd:import namespace="cabca3aa-6117-49b6-af7a-5b9784b7209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bca3aa-6117-49b6-af7a-5b9784b720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221C999-EF4E-4A3A-A94A-3F688839550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1F3F38C-553C-482F-99FC-19571139778F}">
  <ds:schemaRefs>
    <ds:schemaRef ds:uri="http://purl.org/dc/terms/"/>
    <ds:schemaRef ds:uri="http://www.w3.org/XML/1998/namespace"/>
    <ds:schemaRef ds:uri="cabca3aa-6117-49b6-af7a-5b9784b72093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D28E58AE-1168-4B4F-95A0-9623B6010D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bca3aa-6117-49b6-af7a-5b9784b720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presentation_4x3 1-11-16</Template>
  <TotalTime>9824</TotalTime>
  <Words>478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*presentation_4x3 1-11-16</vt:lpstr>
      <vt:lpstr>Prototyping a weather radar foundation model using self supervised learning architecture</vt:lpstr>
    </vt:vector>
  </TitlesOfParts>
  <Company>M7Graphics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MJ</dc:creator>
  <cp:lastModifiedBy>Daniel Wefer</cp:lastModifiedBy>
  <cp:revision>195</cp:revision>
  <cp:lastPrinted>2016-03-15T21:49:00Z</cp:lastPrinted>
  <dcterms:created xsi:type="dcterms:W3CDTF">2016-01-12T15:59:02Z</dcterms:created>
  <dcterms:modified xsi:type="dcterms:W3CDTF">2026-07-17T20:04:59Z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0x0101009356DC8999135446906446861079DDD5</vt:lpwstr>
  </property>
</Properties>
</file>